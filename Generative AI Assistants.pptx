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3"/>
  </p:notesMasterIdLst>
  <p:handoutMasterIdLst>
    <p:handoutMasterId r:id="rId14"/>
  </p:handout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4" autoAdjust="0"/>
    <p:restoredTop sz="94660"/>
  </p:normalViewPr>
  <p:slideViewPr>
    <p:cSldViewPr snapToGrid="0">
      <p:cViewPr varScale="1">
        <p:scale>
          <a:sx n="85" d="100"/>
          <a:sy n="85" d="100"/>
        </p:scale>
        <p:origin x="282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00FC0-9E7A-4C53-8A3B-3C3C9A736C4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8944F-81ED-4843-A3E6-D41A6908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142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122B6-E47E-4A80-A9F3-23FD10D674FE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1C5CE-222C-4659-9A99-B99FC42AF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27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BF3EA-1A78-4F07-BDC0-C8A1BD46119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2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buFont typeface="Arial" pitchFamily="34" charset="0"/>
              <a:buChar char="•"/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6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>
          <a:xfrm>
            <a:off x="62611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1"/>
            <a:ext cx="103632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64"/>
            <a:ext cx="103632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8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87680" y="1600200"/>
            <a:ext cx="5388864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3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1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49"/>
            <a:ext cx="5388864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9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625"/>
            <a:ext cx="10972800" cy="1600200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8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0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1"/>
            <a:ext cx="66611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5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010835" y="1143000"/>
            <a:ext cx="8072965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810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7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9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>
              <a:defRPr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9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fld id="{349BF3EA-1A78-4F07-BDC0-C8A1BD461199}" type="datetimeFigureOut">
              <a:rPr lang="en-US" smtClean="0"/>
              <a:pPr/>
              <a:t>7/22/2026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5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lnSpc>
          <a:spcPts val="4800"/>
        </a:lnSpc>
        <a:spcBef>
          <a:spcPct val="0"/>
        </a:spcBef>
        <a:buNone/>
        <a:defRPr sz="4800" kern="1200"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Generative AI </a:t>
            </a:r>
            <a:r>
              <a:rPr lang="en-US" dirty="0" smtClean="0"/>
              <a:t>Assistants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Presented By: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Nikita </a:t>
            </a:r>
            <a:r>
              <a:rPr lang="en-US" dirty="0" smtClean="0"/>
              <a:t>Kirar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35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What is Generative AI?</a:t>
            </a:r>
          </a:p>
          <a:p>
            <a:pPr marL="0" indent="0">
              <a:buNone/>
            </a:pPr>
            <a:r>
              <a:rPr lang="en-US" dirty="0"/>
              <a:t>Generative AI is a type of Artificial Intelligence capable of creating new content such as:</a:t>
            </a:r>
          </a:p>
          <a:p>
            <a:r>
              <a:rPr lang="en-US" dirty="0"/>
              <a:t>Text </a:t>
            </a:r>
          </a:p>
          <a:p>
            <a:r>
              <a:rPr lang="en-US" dirty="0"/>
              <a:t>Images </a:t>
            </a:r>
          </a:p>
          <a:p>
            <a:r>
              <a:rPr lang="en-US" dirty="0"/>
              <a:t>Code </a:t>
            </a:r>
          </a:p>
          <a:p>
            <a:r>
              <a:rPr lang="en-US" dirty="0"/>
              <a:t>Videos </a:t>
            </a:r>
          </a:p>
          <a:p>
            <a:r>
              <a:rPr lang="en-US" dirty="0"/>
              <a:t>Audio </a:t>
            </a:r>
          </a:p>
          <a:p>
            <a:r>
              <a:rPr lang="en-US" dirty="0"/>
              <a:t>Presentations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uses Large Language Models (LLMs) trained on huge datasets to understand and generate human-like responses.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Developed by</a:t>
            </a:r>
          </a:p>
          <a:p>
            <a:pPr marL="0" indent="0">
              <a:buNone/>
            </a:pPr>
            <a:r>
              <a:rPr lang="en-US" dirty="0"/>
              <a:t>OpenAI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Features</a:t>
            </a:r>
          </a:p>
          <a:p>
            <a:r>
              <a:rPr lang="en-US" dirty="0"/>
              <a:t>Natural conversations </a:t>
            </a:r>
          </a:p>
          <a:p>
            <a:r>
              <a:rPr lang="en-US" dirty="0"/>
              <a:t>Coding support </a:t>
            </a:r>
          </a:p>
          <a:p>
            <a:r>
              <a:rPr lang="en-US" dirty="0"/>
              <a:t>Content writing </a:t>
            </a:r>
          </a:p>
          <a:p>
            <a:r>
              <a:rPr lang="en-US" dirty="0"/>
              <a:t>Image generation </a:t>
            </a:r>
          </a:p>
          <a:p>
            <a:r>
              <a:rPr lang="en-US" dirty="0"/>
              <a:t>Data analysis </a:t>
            </a:r>
          </a:p>
          <a:p>
            <a:r>
              <a:rPr lang="en-US" dirty="0"/>
              <a:t>File understanding </a:t>
            </a:r>
          </a:p>
          <a:p>
            <a:r>
              <a:rPr lang="en-US" dirty="0"/>
              <a:t>Presentation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Best For</a:t>
            </a:r>
          </a:p>
          <a:p>
            <a:r>
              <a:rPr lang="en-US" dirty="0"/>
              <a:t>Students </a:t>
            </a:r>
          </a:p>
          <a:p>
            <a:r>
              <a:rPr lang="en-US" dirty="0"/>
              <a:t>Developers </a:t>
            </a:r>
          </a:p>
          <a:p>
            <a:r>
              <a:rPr lang="en-US" dirty="0"/>
              <a:t>Researchers </a:t>
            </a:r>
          </a:p>
          <a:p>
            <a:r>
              <a:rPr lang="en-US" dirty="0"/>
              <a:t>Business professionals </a:t>
            </a: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✔ Easy to use</a:t>
            </a:r>
          </a:p>
          <a:p>
            <a:r>
              <a:rPr lang="en-US" dirty="0"/>
              <a:t>✔ Excellent coding</a:t>
            </a:r>
          </a:p>
          <a:p>
            <a:r>
              <a:rPr lang="en-US" dirty="0"/>
              <a:t>✔ Strong reasoning</a:t>
            </a:r>
          </a:p>
          <a:p>
            <a:r>
              <a:rPr lang="en-US" dirty="0"/>
              <a:t>✔ Supports multiple file types</a:t>
            </a:r>
          </a:p>
        </p:txBody>
      </p:sp>
    </p:spTree>
    <p:extLst>
      <p:ext uri="{BB962C8B-B14F-4D97-AF65-F5344CB8AC3E}">
        <p14:creationId xmlns:p14="http://schemas.microsoft.com/office/powerpoint/2010/main" val="205767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Copilot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44817" y="1814512"/>
            <a:ext cx="5388864" cy="45262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Developed </a:t>
            </a:r>
            <a:r>
              <a:rPr lang="en-US" b="1" dirty="0"/>
              <a:t>by</a:t>
            </a:r>
          </a:p>
          <a:p>
            <a:pPr marL="0" indent="0">
              <a:buNone/>
            </a:pPr>
            <a:r>
              <a:rPr lang="en-US" dirty="0"/>
              <a:t>GitHub + OpenAI</a:t>
            </a:r>
          </a:p>
          <a:p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Purpose</a:t>
            </a:r>
            <a:endParaRPr lang="en-US" b="1" dirty="0"/>
          </a:p>
          <a:p>
            <a:r>
              <a:rPr lang="en-US" dirty="0"/>
              <a:t>AI Coding </a:t>
            </a:r>
            <a:r>
              <a:rPr lang="en-US" dirty="0" smtClean="0"/>
              <a:t>Assistant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Features</a:t>
            </a:r>
          </a:p>
          <a:p>
            <a:r>
              <a:rPr lang="en-US" dirty="0"/>
              <a:t>Auto-completes code </a:t>
            </a:r>
          </a:p>
          <a:p>
            <a:r>
              <a:rPr lang="en-US" dirty="0"/>
              <a:t>Suggests functions </a:t>
            </a:r>
          </a:p>
          <a:p>
            <a:r>
              <a:rPr lang="en-US" dirty="0"/>
              <a:t>Explains code </a:t>
            </a:r>
          </a:p>
          <a:p>
            <a:r>
              <a:rPr lang="en-US" dirty="0"/>
              <a:t>Detects bugs </a:t>
            </a:r>
          </a:p>
          <a:p>
            <a:r>
              <a:rPr lang="en-US" dirty="0"/>
              <a:t>Generates unit tests </a:t>
            </a:r>
          </a:p>
          <a:p>
            <a:r>
              <a:rPr lang="en-US" dirty="0"/>
              <a:t>Supports multiple programming languages</a:t>
            </a:r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197600" y="1814512"/>
            <a:ext cx="53848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Best </a:t>
            </a:r>
            <a:r>
              <a:rPr lang="en-US" b="1" dirty="0"/>
              <a:t>For</a:t>
            </a:r>
          </a:p>
          <a:p>
            <a:r>
              <a:rPr lang="en-US" dirty="0" smtClean="0"/>
              <a:t>Software Developers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Supported </a:t>
            </a:r>
            <a:r>
              <a:rPr lang="en-US" b="1" dirty="0"/>
              <a:t>Languages</a:t>
            </a:r>
          </a:p>
          <a:p>
            <a:r>
              <a:rPr lang="en-US" dirty="0"/>
              <a:t>Python </a:t>
            </a:r>
          </a:p>
          <a:p>
            <a:r>
              <a:rPr lang="en-US" dirty="0"/>
              <a:t>Java </a:t>
            </a:r>
          </a:p>
          <a:p>
            <a:r>
              <a:rPr lang="en-US" dirty="0"/>
              <a:t>C# </a:t>
            </a:r>
          </a:p>
          <a:p>
            <a:r>
              <a:rPr lang="en-US" dirty="0"/>
              <a:t>JavaScript </a:t>
            </a:r>
          </a:p>
          <a:p>
            <a:r>
              <a:rPr lang="en-US" dirty="0"/>
              <a:t>React </a:t>
            </a:r>
          </a:p>
          <a:p>
            <a:r>
              <a:rPr lang="en-US" dirty="0"/>
              <a:t>C++ </a:t>
            </a:r>
          </a:p>
          <a:p>
            <a:r>
              <a:rPr lang="en-US" dirty="0"/>
              <a:t>Go </a:t>
            </a:r>
          </a:p>
          <a:p>
            <a:r>
              <a:rPr lang="en-US" dirty="0"/>
              <a:t>PHP </a:t>
            </a:r>
          </a:p>
        </p:txBody>
      </p:sp>
    </p:spTree>
    <p:extLst>
      <p:ext uri="{BB962C8B-B14F-4D97-AF65-F5344CB8AC3E}">
        <p14:creationId xmlns:p14="http://schemas.microsoft.com/office/powerpoint/2010/main" val="179458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Developed by</a:t>
            </a:r>
          </a:p>
          <a:p>
            <a:pPr marL="0" indent="0">
              <a:buNone/>
            </a:pPr>
            <a:r>
              <a:rPr lang="en-US" dirty="0"/>
              <a:t>Anthropic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Features</a:t>
            </a:r>
            <a:endParaRPr lang="en-US" b="1" dirty="0"/>
          </a:p>
          <a:p>
            <a:r>
              <a:rPr lang="en-US" dirty="0"/>
              <a:t>Long document analysis </a:t>
            </a:r>
          </a:p>
          <a:p>
            <a:r>
              <a:rPr lang="en-US" dirty="0"/>
              <a:t>Strong reasoning </a:t>
            </a:r>
          </a:p>
          <a:p>
            <a:r>
              <a:rPr lang="en-US" dirty="0"/>
              <a:t>Safe AI responses </a:t>
            </a:r>
          </a:p>
          <a:p>
            <a:r>
              <a:rPr lang="en-US" dirty="0"/>
              <a:t>Summarization </a:t>
            </a:r>
          </a:p>
          <a:p>
            <a:r>
              <a:rPr lang="en-US" dirty="0"/>
              <a:t>Writing assistance </a:t>
            </a:r>
          </a:p>
          <a:p>
            <a:r>
              <a:rPr lang="en-US" dirty="0"/>
              <a:t>Research support</a:t>
            </a:r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Best For</a:t>
            </a:r>
          </a:p>
          <a:p>
            <a:r>
              <a:rPr lang="en-US" dirty="0"/>
              <a:t>Business reports </a:t>
            </a:r>
          </a:p>
          <a:p>
            <a:r>
              <a:rPr lang="en-US" dirty="0"/>
              <a:t>Legal documents </a:t>
            </a:r>
          </a:p>
          <a:p>
            <a:r>
              <a:rPr lang="en-US" dirty="0"/>
              <a:t>Research papers </a:t>
            </a:r>
          </a:p>
          <a:p>
            <a:r>
              <a:rPr lang="en-US" dirty="0"/>
              <a:t>Large PDFs 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Advantages</a:t>
            </a:r>
            <a:endParaRPr lang="en-US" b="1" dirty="0"/>
          </a:p>
          <a:p>
            <a:r>
              <a:rPr lang="en-US" dirty="0"/>
              <a:t>✔ Very large context window</a:t>
            </a:r>
          </a:p>
          <a:p>
            <a:r>
              <a:rPr lang="en-US" dirty="0"/>
              <a:t>✔ Natural writing</a:t>
            </a:r>
          </a:p>
          <a:p>
            <a:r>
              <a:rPr lang="en-US" dirty="0"/>
              <a:t>✔ Safe responses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0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Gemini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Developed by</a:t>
            </a:r>
          </a:p>
          <a:p>
            <a:pPr marL="0" indent="0">
              <a:buNone/>
            </a:pPr>
            <a:r>
              <a:rPr lang="en-US" dirty="0"/>
              <a:t>Google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Features</a:t>
            </a:r>
            <a:endParaRPr lang="en-US" b="1" dirty="0"/>
          </a:p>
          <a:p>
            <a:r>
              <a:rPr lang="en-US" dirty="0"/>
              <a:t>Integrated with Google Workspace </a:t>
            </a:r>
          </a:p>
          <a:p>
            <a:r>
              <a:rPr lang="en-US" dirty="0"/>
              <a:t>Gmail assistance </a:t>
            </a:r>
          </a:p>
          <a:p>
            <a:r>
              <a:rPr lang="en-US" dirty="0"/>
              <a:t>Docs </a:t>
            </a:r>
          </a:p>
          <a:p>
            <a:r>
              <a:rPr lang="en-US" dirty="0"/>
              <a:t>Sheets </a:t>
            </a:r>
          </a:p>
          <a:p>
            <a:r>
              <a:rPr lang="en-US" dirty="0"/>
              <a:t>Search </a:t>
            </a:r>
          </a:p>
          <a:p>
            <a:r>
              <a:rPr lang="en-US" dirty="0"/>
              <a:t>Android integration </a:t>
            </a:r>
          </a:p>
          <a:p>
            <a:r>
              <a:rPr lang="en-US" dirty="0"/>
              <a:t>Image understanding</a:t>
            </a:r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Best For</a:t>
            </a:r>
          </a:p>
          <a:p>
            <a:r>
              <a:rPr lang="en-US" dirty="0"/>
              <a:t>Google ecosystem users </a:t>
            </a:r>
          </a:p>
          <a:p>
            <a:r>
              <a:rPr lang="en-US" dirty="0"/>
              <a:t>Students </a:t>
            </a:r>
          </a:p>
          <a:p>
            <a:r>
              <a:rPr lang="en-US" dirty="0"/>
              <a:t>Productivity tasks 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Advantages</a:t>
            </a:r>
            <a:endParaRPr lang="en-US" b="1" dirty="0"/>
          </a:p>
          <a:p>
            <a:r>
              <a:rPr lang="en-US" dirty="0"/>
              <a:t>✔ Real-time Google integration</a:t>
            </a:r>
          </a:p>
          <a:p>
            <a:r>
              <a:rPr lang="en-US" dirty="0"/>
              <a:t>✔ Excellent multimodal AI</a:t>
            </a:r>
          </a:p>
        </p:txBody>
      </p:sp>
    </p:spTree>
    <p:extLst>
      <p:ext uri="{BB962C8B-B14F-4D97-AF65-F5344CB8AC3E}">
        <p14:creationId xmlns:p14="http://schemas.microsoft.com/office/powerpoint/2010/main" val="362956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Copilot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Developed by</a:t>
            </a:r>
          </a:p>
          <a:p>
            <a:pPr marL="0" indent="0">
              <a:buNone/>
            </a:pPr>
            <a:r>
              <a:rPr lang="en-US" dirty="0"/>
              <a:t>Microsoft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Features</a:t>
            </a:r>
            <a:endParaRPr lang="en-US" b="1" dirty="0"/>
          </a:p>
          <a:p>
            <a:r>
              <a:rPr lang="en-US" dirty="0"/>
              <a:t>Microsoft 365 integration </a:t>
            </a:r>
          </a:p>
          <a:p>
            <a:r>
              <a:rPr lang="en-US" dirty="0"/>
              <a:t>Word </a:t>
            </a:r>
          </a:p>
          <a:p>
            <a:r>
              <a:rPr lang="en-US" dirty="0"/>
              <a:t>Excel </a:t>
            </a:r>
          </a:p>
          <a:p>
            <a:r>
              <a:rPr lang="en-US" dirty="0"/>
              <a:t>PowerPoint </a:t>
            </a:r>
          </a:p>
          <a:p>
            <a:r>
              <a:rPr lang="en-US" dirty="0"/>
              <a:t>Outlook </a:t>
            </a:r>
          </a:p>
          <a:p>
            <a:r>
              <a:rPr lang="en-US" dirty="0"/>
              <a:t>Teams </a:t>
            </a:r>
          </a:p>
          <a:p>
            <a:r>
              <a:rPr lang="en-US" dirty="0"/>
              <a:t>Windows AI Assistant</a:t>
            </a:r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Uses</a:t>
            </a:r>
          </a:p>
          <a:p>
            <a:r>
              <a:rPr lang="en-US" dirty="0"/>
              <a:t>Writing reports </a:t>
            </a:r>
          </a:p>
          <a:p>
            <a:r>
              <a:rPr lang="en-US" dirty="0"/>
              <a:t>Creating presentations </a:t>
            </a:r>
          </a:p>
          <a:p>
            <a:r>
              <a:rPr lang="en-US" dirty="0"/>
              <a:t>Excel formulas </a:t>
            </a:r>
          </a:p>
          <a:p>
            <a:r>
              <a:rPr lang="en-US" dirty="0"/>
              <a:t>Meeting summaries</a:t>
            </a:r>
          </a:p>
        </p:txBody>
      </p:sp>
    </p:spTree>
    <p:extLst>
      <p:ext uri="{BB962C8B-B14F-4D97-AF65-F5344CB8AC3E}">
        <p14:creationId xmlns:p14="http://schemas.microsoft.com/office/powerpoint/2010/main" val="249425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Perplexity AI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Purpose</a:t>
            </a:r>
          </a:p>
          <a:p>
            <a:r>
              <a:rPr lang="en-US" dirty="0"/>
              <a:t>AI Search Engine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Features</a:t>
            </a:r>
            <a:endParaRPr lang="en-US" b="1" dirty="0"/>
          </a:p>
          <a:p>
            <a:r>
              <a:rPr lang="en-US" dirty="0"/>
              <a:t>Internet-based answers </a:t>
            </a:r>
          </a:p>
          <a:p>
            <a:r>
              <a:rPr lang="en-US" dirty="0"/>
              <a:t>References and citations </a:t>
            </a:r>
          </a:p>
          <a:p>
            <a:r>
              <a:rPr lang="en-US" dirty="0"/>
              <a:t>Research support </a:t>
            </a:r>
          </a:p>
          <a:p>
            <a:r>
              <a:rPr lang="en-US" dirty="0"/>
              <a:t>Real-time information </a:t>
            </a:r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Best For</a:t>
            </a:r>
          </a:p>
          <a:p>
            <a:r>
              <a:rPr lang="en-US" dirty="0"/>
              <a:t>Students </a:t>
            </a:r>
          </a:p>
          <a:p>
            <a:r>
              <a:rPr lang="en-US" dirty="0"/>
              <a:t>Researchers </a:t>
            </a:r>
          </a:p>
          <a:p>
            <a:r>
              <a:rPr lang="en-US" dirty="0"/>
              <a:t>Latest news</a:t>
            </a:r>
          </a:p>
        </p:txBody>
      </p:sp>
    </p:spTree>
    <p:extLst>
      <p:ext uri="{BB962C8B-B14F-4D97-AF65-F5344CB8AC3E}">
        <p14:creationId xmlns:p14="http://schemas.microsoft.com/office/powerpoint/2010/main" val="380166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Developed by</a:t>
            </a:r>
          </a:p>
          <a:p>
            <a:pPr marL="0" indent="0">
              <a:buNone/>
            </a:pPr>
            <a:r>
              <a:rPr lang="en-US" dirty="0" smtClean="0"/>
              <a:t>xAI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Features</a:t>
            </a:r>
          </a:p>
          <a:p>
            <a:r>
              <a:rPr lang="en-US" dirty="0"/>
              <a:t>Social media insights </a:t>
            </a:r>
          </a:p>
          <a:p>
            <a:r>
              <a:rPr lang="en-US" dirty="0"/>
              <a:t>Coding </a:t>
            </a:r>
          </a:p>
          <a:p>
            <a:r>
              <a:rPr lang="en-US" dirty="0"/>
              <a:t>Real-time information </a:t>
            </a:r>
          </a:p>
          <a:p>
            <a:r>
              <a:rPr lang="en-US" dirty="0"/>
              <a:t>Conversational AI 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Best </a:t>
            </a:r>
            <a:r>
              <a:rPr lang="en-US" b="1" dirty="0"/>
              <a:t>For</a:t>
            </a:r>
          </a:p>
          <a:p>
            <a:r>
              <a:rPr lang="en-US" dirty="0"/>
              <a:t>Trending topics </a:t>
            </a:r>
          </a:p>
          <a:p>
            <a:r>
              <a:rPr lang="en-US" dirty="0"/>
              <a:t>Social media research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909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AI Should You Choose?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1730099"/>
              </p:ext>
            </p:extLst>
          </p:nvPr>
        </p:nvGraphicFramePr>
        <p:xfrm>
          <a:off x="609600" y="1843087"/>
          <a:ext cx="11191874" cy="4343400"/>
        </p:xfrm>
        <a:graphic>
          <a:graphicData uri="http://schemas.openxmlformats.org/drawingml/2006/table">
            <a:tbl>
              <a:tblPr/>
              <a:tblGrid>
                <a:gridCol w="5595937"/>
                <a:gridCol w="5595937"/>
              </a:tblGrid>
              <a:tr h="542925">
                <a:tc>
                  <a:txBody>
                    <a:bodyPr/>
                    <a:lstStyle/>
                    <a:p>
                      <a:r>
                        <a:rPr lang="en-US" sz="2800" b="1" dirty="0"/>
                        <a:t>Need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Best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lang="en-US" dirty="0"/>
                        <a:t>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GitHub Copilot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lang="en-US"/>
                        <a:t>General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lang="en-US"/>
                        <a:t>Long 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Claude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lang="en-US"/>
                        <a:t>Google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Gemini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lang="en-US"/>
                        <a:t>Microsoft Office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Microsoft Copilot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lang="en-US"/>
                        <a:t>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Perplexity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lang="en-US"/>
                        <a:t>Latest trends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751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Artificial Intelligence is transforming how we learn, work, code, and create.</a:t>
            </a:r>
          </a:p>
          <a:p>
            <a:pPr marL="0" indent="0">
              <a:buNone/>
            </a:pPr>
            <a:r>
              <a:rPr lang="en-US" dirty="0"/>
              <a:t>Choosing the right AI assistant depends on your specific needs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ChatGPT</a:t>
            </a:r>
            <a:r>
              <a:rPr lang="en-US" dirty="0"/>
              <a:t> for versatile conversations and creative work. </a:t>
            </a:r>
          </a:p>
          <a:p>
            <a:r>
              <a:rPr lang="en-US" b="1" dirty="0"/>
              <a:t>GitHub Copilot</a:t>
            </a:r>
            <a:r>
              <a:rPr lang="en-US" dirty="0"/>
              <a:t> for software development. </a:t>
            </a:r>
          </a:p>
          <a:p>
            <a:r>
              <a:rPr lang="en-US" b="1" dirty="0"/>
              <a:t>Claude</a:t>
            </a:r>
            <a:r>
              <a:rPr lang="en-US" dirty="0"/>
              <a:t> for document-heavy tasks and thoughtful writing. </a:t>
            </a:r>
          </a:p>
          <a:p>
            <a:r>
              <a:rPr lang="en-US" b="1" dirty="0"/>
              <a:t>Gemini</a:t>
            </a:r>
            <a:r>
              <a:rPr lang="en-US" dirty="0"/>
              <a:t> for Google ecosystem integration. </a:t>
            </a:r>
          </a:p>
          <a:p>
            <a:r>
              <a:rPr lang="en-US" b="1" dirty="0"/>
              <a:t>Microsoft Copilot</a:t>
            </a:r>
            <a:r>
              <a:rPr lang="en-US" dirty="0"/>
              <a:t> for Microsoft 365 productivity. </a:t>
            </a:r>
          </a:p>
          <a:p>
            <a:r>
              <a:rPr lang="en-US" b="1" dirty="0"/>
              <a:t>Perplexity</a:t>
            </a:r>
            <a:r>
              <a:rPr lang="en-US" dirty="0"/>
              <a:t> for research with cited sources. </a:t>
            </a:r>
          </a:p>
          <a:p>
            <a:r>
              <a:rPr lang="en-US" b="1" dirty="0"/>
              <a:t>Grok</a:t>
            </a:r>
            <a:r>
              <a:rPr lang="en-US" dirty="0"/>
              <a:t> for real-time social and web-oriented interactions.</a:t>
            </a:r>
          </a:p>
        </p:txBody>
      </p:sp>
    </p:spTree>
    <p:extLst>
      <p:ext uri="{BB962C8B-B14F-4D97-AF65-F5344CB8AC3E}">
        <p14:creationId xmlns:p14="http://schemas.microsoft.com/office/powerpoint/2010/main" val="230347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mpany background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solidFill>
          <a:schemeClr val="tx2"/>
        </a:solidFill>
        <a:ln>
          <a:solidFill>
            <a:schemeClr val="tx2"/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pany meeting presentation.potx" id="{77F2D8A2-507B-4878-B2FF-8D528D9C7FD9}" vid="{1CC704D5-A0BA-4179-BDE4-EF17843D99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Company meeting presentation(2)</Template>
  <TotalTime>19</TotalTime>
  <Words>388</Words>
  <Application>Microsoft Office PowerPoint</Application>
  <PresentationFormat>Widescreen</PresentationFormat>
  <Paragraphs>174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Courier New</vt:lpstr>
      <vt:lpstr>Palatino Linotype</vt:lpstr>
      <vt:lpstr>Company background presentation</vt:lpstr>
      <vt:lpstr>Generative AI Assistants</vt:lpstr>
      <vt:lpstr>Introduction</vt:lpstr>
      <vt:lpstr>ChatGPT</vt:lpstr>
      <vt:lpstr>GitHub Copilot</vt:lpstr>
      <vt:lpstr>Claude</vt:lpstr>
      <vt:lpstr>Gemini</vt:lpstr>
      <vt:lpstr>Microsoft Copilot</vt:lpstr>
      <vt:lpstr>Perplexity AI</vt:lpstr>
      <vt:lpstr>Grok</vt:lpstr>
      <vt:lpstr>Which AI Should You Choose?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Assistants</dc:title>
  <dc:creator>Microsoft account</dc:creator>
  <cp:lastModifiedBy>Microsoft account</cp:lastModifiedBy>
  <cp:revision>4</cp:revision>
  <dcterms:created xsi:type="dcterms:W3CDTF">2026-07-22T15:59:55Z</dcterms:created>
  <dcterms:modified xsi:type="dcterms:W3CDTF">2026-07-22T16:20:22Z</dcterms:modified>
</cp:coreProperties>
</file>